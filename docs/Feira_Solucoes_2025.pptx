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1" r:id="rId3"/>
    <p:sldId id="262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8"/>
  </p:normalViewPr>
  <p:slideViewPr>
    <p:cSldViewPr snapToGrid="0">
      <p:cViewPr varScale="1">
        <p:scale>
          <a:sx n="74" d="100"/>
          <a:sy n="74" d="100"/>
        </p:scale>
        <p:origin x="35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89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542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00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83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31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19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828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45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269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0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9246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090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30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05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9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486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333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December 2,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546670"/>
            <a:ext cx="7739743" cy="1780313"/>
          </a:xfrm>
        </p:spPr>
        <p:txBody>
          <a:bodyPr>
            <a:normAutofit/>
          </a:bodyPr>
          <a:lstStyle/>
          <a:p>
            <a:r>
              <a:rPr lang="pt-BR" sz="5000" dirty="0"/>
              <a:t>XII Feira de Soluções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4655" y="3322755"/>
            <a:ext cx="8280810" cy="527289"/>
          </a:xfrm>
        </p:spPr>
        <p:txBody>
          <a:bodyPr>
            <a:normAutofit fontScale="62500" lnSpcReduction="20000"/>
          </a:bodyPr>
          <a:lstStyle/>
          <a:p>
            <a:r>
              <a:rPr lang="pt-BR" sz="2700" b="1" dirty="0"/>
              <a:t>Plataforma Integrada para Gestão Administrativa, Comercial e Operacional</a:t>
            </a:r>
          </a:p>
        </p:txBody>
      </p:sp>
      <p:sp>
        <p:nvSpPr>
          <p:cNvPr id="5" name="Subtítulo 2"/>
          <p:cNvSpPr txBox="1"/>
          <p:nvPr/>
        </p:nvSpPr>
        <p:spPr>
          <a:xfrm>
            <a:off x="141476" y="5761969"/>
            <a:ext cx="6770952" cy="62252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/>
              <a:t>Newe Log</a:t>
            </a:r>
            <a:endParaRPr lang="pt-BR" dirty="0">
              <a:solidFill>
                <a:schemeClr val="tx1">
                  <a:lumMod val="95000"/>
                  <a:alpha val="58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BBCB9E48-970F-20A3-7460-997D0988DF64}"/>
              </a:ext>
            </a:extLst>
          </p:cNvPr>
          <p:cNvSpPr txBox="1"/>
          <p:nvPr/>
        </p:nvSpPr>
        <p:spPr>
          <a:xfrm>
            <a:off x="10067597" y="5769185"/>
            <a:ext cx="1982927" cy="4966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>
                    <a:lumMod val="95000"/>
                    <a:alpha val="58000"/>
                  </a:schemeClr>
                </a:solidFill>
              </a:rPr>
              <a:t>04/12/2025</a:t>
            </a:r>
          </a:p>
        </p:txBody>
      </p:sp>
      <p:pic>
        <p:nvPicPr>
          <p:cNvPr id="4" name="Imagem 3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E07067F6-D045-E643-FBEF-BFB72EFD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64129" y="0"/>
            <a:ext cx="8953756" cy="794475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pPr algn="ctr"/>
            <a:r>
              <a:rPr lang="pt-BR" sz="5600" b="1" spc="-100" dirty="0"/>
              <a:t>Integrantes</a:t>
            </a:r>
          </a:p>
        </p:txBody>
      </p:sp>
      <p:pic>
        <p:nvPicPr>
          <p:cNvPr id="7" name="Imagem 6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26F81DF9-746D-E904-C092-3E2DDEF0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27B9CB-92D7-9A18-0FBE-1A9CC0326C98}"/>
              </a:ext>
            </a:extLst>
          </p:cNvPr>
          <p:cNvSpPr txBox="1"/>
          <p:nvPr/>
        </p:nvSpPr>
        <p:spPr>
          <a:xfrm>
            <a:off x="1899005" y="2983187"/>
            <a:ext cx="375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0" dirty="0">
                <a:effectLst/>
              </a:rPr>
              <a:t>PO - Enrico de Chiara Germano</a:t>
            </a:r>
            <a:endParaRPr lang="pt-BR" dirty="0"/>
          </a:p>
        </p:txBody>
      </p:sp>
      <p:pic>
        <p:nvPicPr>
          <p:cNvPr id="18" name="Picture 17" descr="A person with long hair smiling&#10;&#10;AI-generated content may be incorrect.">
            <a:extLst>
              <a:ext uri="{FF2B5EF4-FFF2-40B4-BE49-F238E27FC236}">
                <a16:creationId xmlns:a16="http://schemas.microsoft.com/office/drawing/2014/main" id="{DD81885B-66FB-9145-F5DF-AA99D7A8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343" y="1313662"/>
            <a:ext cx="1933907" cy="1609521"/>
          </a:xfrm>
          <a:prstGeom prst="rect">
            <a:avLst/>
          </a:prstGeom>
        </p:spPr>
      </p:pic>
      <p:pic>
        <p:nvPicPr>
          <p:cNvPr id="20" name="Picture 19" descr="A person taking a selfie in a mirror&#10;&#10;AI-generated content may be incorrect.">
            <a:extLst>
              <a:ext uri="{FF2B5EF4-FFF2-40B4-BE49-F238E27FC236}">
                <a16:creationId xmlns:a16="http://schemas.microsoft.com/office/drawing/2014/main" id="{DED358CF-68FC-11E9-70E8-10754523A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03" y="3847587"/>
            <a:ext cx="1960400" cy="1609521"/>
          </a:xfrm>
          <a:prstGeom prst="rect">
            <a:avLst/>
          </a:prstGeom>
        </p:spPr>
      </p:pic>
      <p:pic>
        <p:nvPicPr>
          <p:cNvPr id="22" name="Picture 21" descr="A person taking a selfie&#10;&#10;AI-generated content may be incorrect.">
            <a:extLst>
              <a:ext uri="{FF2B5EF4-FFF2-40B4-BE49-F238E27FC236}">
                <a16:creationId xmlns:a16="http://schemas.microsoft.com/office/drawing/2014/main" id="{423718E9-0AAB-20DE-2F24-C7A01BF23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778054" y="1324593"/>
            <a:ext cx="1933906" cy="1609521"/>
          </a:xfrm>
          <a:prstGeom prst="rect">
            <a:avLst/>
          </a:prstGeom>
        </p:spPr>
      </p:pic>
      <p:pic>
        <p:nvPicPr>
          <p:cNvPr id="24" name="Picture 23" descr="A person holding a cup&#10;&#10;AI-generated content may be incorrect.">
            <a:extLst>
              <a:ext uri="{FF2B5EF4-FFF2-40B4-BE49-F238E27FC236}">
                <a16:creationId xmlns:a16="http://schemas.microsoft.com/office/drawing/2014/main" id="{F978F347-751C-9C3E-EFED-5F345EA59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913" y="3728201"/>
            <a:ext cx="1942456" cy="17983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8F3D7BA-5347-0917-09DB-CF97915221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5138" y="3822601"/>
            <a:ext cx="1917898" cy="160952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9C4DD7-199B-B830-2ECB-4D921922D7DF}"/>
              </a:ext>
            </a:extLst>
          </p:cNvPr>
          <p:cNvSpPr txBox="1"/>
          <p:nvPr/>
        </p:nvSpPr>
        <p:spPr>
          <a:xfrm>
            <a:off x="6907356" y="2994574"/>
            <a:ext cx="3675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b="1" dirty="0"/>
              <a:t>SM - Leonardo da Silva Lopes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B41422-069F-FD2F-3573-B5224D0D03FE}"/>
              </a:ext>
            </a:extLst>
          </p:cNvPr>
          <p:cNvSpPr txBox="1"/>
          <p:nvPr/>
        </p:nvSpPr>
        <p:spPr>
          <a:xfrm>
            <a:off x="629446" y="5620965"/>
            <a:ext cx="3275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b="1" dirty="0"/>
              <a:t>DT - Kaique Henrique Silva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C41C25-68DB-428C-CC0E-0AF6EBC1D08D}"/>
              </a:ext>
            </a:extLst>
          </p:cNvPr>
          <p:cNvSpPr txBox="1"/>
          <p:nvPr/>
        </p:nvSpPr>
        <p:spPr>
          <a:xfrm>
            <a:off x="4610228" y="5599576"/>
            <a:ext cx="3167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b="1" dirty="0"/>
              <a:t>DT - Lucas Gabriel Marins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671E0E-069F-8953-8956-5D16F882C47F}"/>
              </a:ext>
            </a:extLst>
          </p:cNvPr>
          <p:cNvSpPr txBox="1"/>
          <p:nvPr/>
        </p:nvSpPr>
        <p:spPr>
          <a:xfrm>
            <a:off x="8220454" y="5599576"/>
            <a:ext cx="342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effectLst/>
              </a:defRPr>
            </a:lvl1pPr>
          </a:lstStyle>
          <a:p>
            <a:r>
              <a:rPr lang="pt-BR" dirty="0"/>
              <a:t>DT - Pedro Miguel Fernandes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1DA86E2-FE60-CF24-19D7-848C1031FC7F}"/>
              </a:ext>
            </a:extLst>
          </p:cNvPr>
          <p:cNvSpPr txBox="1"/>
          <p:nvPr/>
        </p:nvSpPr>
        <p:spPr>
          <a:xfrm>
            <a:off x="423470" y="2090172"/>
            <a:ext cx="11152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 Newe Log, enfrenta desafios operacionais devido à descentralização de seus processos em múltiplas ferramentas. Nosso desafio é desenvolver uma plataforma web integrada que centralize esses processos automatize tarefas manuais e forneça dashboards com indicadores chaves, garantindo maior controle e eficiência para a empresa.</a:t>
            </a:r>
          </a:p>
        </p:txBody>
      </p:sp>
      <p:sp>
        <p:nvSpPr>
          <p:cNvPr id="7" name="Retângulo 6"/>
          <p:cNvSpPr/>
          <p:nvPr/>
        </p:nvSpPr>
        <p:spPr>
          <a:xfrm>
            <a:off x="7437502" y="5466492"/>
            <a:ext cx="4528456" cy="106593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P2 – Walmir Duque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M2 – Claudio Etelvino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E309FA6-8FE3-DB96-35CD-4D2EE081ADEC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O DESAFIO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3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017AC73-70CC-3982-EDA5-A3CF6B633D21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TECNOLOGIAS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BD1DBE-3AAD-9E1A-7250-459088FC45EB}"/>
              </a:ext>
            </a:extLst>
          </p:cNvPr>
          <p:cNvSpPr txBox="1"/>
          <p:nvPr/>
        </p:nvSpPr>
        <p:spPr>
          <a:xfrm>
            <a:off x="3023754" y="3114447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F05F1-5C54-8ADD-7D24-EF1CA833775D}"/>
              </a:ext>
            </a:extLst>
          </p:cNvPr>
          <p:cNvSpPr txBox="1"/>
          <p:nvPr/>
        </p:nvSpPr>
        <p:spPr>
          <a:xfrm>
            <a:off x="3023754" y="3114447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12" name="Picture 11" descr="A group of logos with text">
            <a:extLst>
              <a:ext uri="{FF2B5EF4-FFF2-40B4-BE49-F238E27FC236}">
                <a16:creationId xmlns:a16="http://schemas.microsoft.com/office/drawing/2014/main" id="{7397280F-7A34-3FD7-A20E-2732A8FCB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610" y="1267616"/>
            <a:ext cx="5764764" cy="4935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/>
              <a:t>SOLUÇÃO</a:t>
            </a:r>
            <a:endParaRPr lang="pt-BR" sz="5600" b="1" spc="-100" dirty="0"/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pic>
        <p:nvPicPr>
          <p:cNvPr id="5" name="Picture 4" descr="A qr code on a white background">
            <a:extLst>
              <a:ext uri="{FF2B5EF4-FFF2-40B4-BE49-F238E27FC236}">
                <a16:creationId xmlns:a16="http://schemas.microsoft.com/office/drawing/2014/main" id="{66A07C61-CAF2-B863-0FC7-F84D87872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990" y="891020"/>
            <a:ext cx="5075959" cy="5075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1688</TotalTime>
  <Words>104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Fatia</vt:lpstr>
      <vt:lpstr>XII Feira de Soluções</vt:lpstr>
      <vt:lpstr>Integrantes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Fabiano Sabha</dc:creator>
  <cp:lastModifiedBy>Enrico Germano</cp:lastModifiedBy>
  <cp:revision>15</cp:revision>
  <dcterms:created xsi:type="dcterms:W3CDTF">2024-06-04T15:06:00Z</dcterms:created>
  <dcterms:modified xsi:type="dcterms:W3CDTF">2025-12-04T01:19:14Z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123EC1BF99294417B08FEDD505CC8C1E_12</vt:lpwstr>
  </property>
  <property fmtid="{D5CDD505-2E9C-101B-9397-08002B2CF9AE}" pid="3" name="KSOProductBuildVer">
    <vt:lpwstr>1046-12.2.0.21179</vt:lpwstr>
  </property>
</Properties>
</file>